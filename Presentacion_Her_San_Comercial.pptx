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C15C"/>
                </a:solidFill>
              </a:defRPr>
            </a:pPr>
            <a:r>
              <a:t>HER SAN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t>Soluciones Tecnológicas Integrales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Quiénes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Aliado tecnológico para negocios y empresas.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Soluciones prácticas, confiables y accesibles.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Desarrollo Web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Soporte Técnico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Marketing Digital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Cámaras de Seguridad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Desarrollo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Páginas profesionales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Adaptables a celular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Integración con WhatsApp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Soporte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Mantenimiento preventivo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Soporte remoto y en sitio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Respaldo de información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Marketing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Gestión de redes sociales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Publicidad digital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Mayor visibilidad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CCTV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Instalación profesional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Acceso desde el celular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Soporte continuo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Por qué elegirnos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Atención personalizada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Precios claros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Un solo proveedor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Contacto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Her San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Soluciones que impulsan tu negocio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