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rs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2560320" cy="2560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0" y="4114800"/>
            <a:ext cx="6400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C15C"/>
                </a:solidFill>
              </a:defRPr>
            </a:pPr>
            <a:r>
              <a:t>HER SAN</a:t>
            </a:r>
          </a:p>
          <a:p>
            <a:pPr algn="ctr">
              <a:defRPr sz="2000">
                <a:solidFill>
                  <a:srgbClr val="F0F0F0"/>
                </a:solidFill>
              </a:defRPr>
            </a:pPr>
            <a:r>
              <a:t>Soluciones Tecnológicas Integrales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rs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0" y="5486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C15C"/>
                </a:solidFill>
              </a:defRPr>
            </a:pPr>
            <a:r>
              <a:t>Quiénes Somos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0F0"/>
                </a:solidFill>
              </a:defRPr>
            </a:pPr>
            <a:r>
              <a:t>Somos una empresa enfocada en brindar soluciones tecnológicas modernas que ayudan a negocios y empresas a crecer, optimizar procesos y proteger su infraestructura.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2286000"/>
            <a:ext cx="1097280" cy="1097280"/>
          </a:xfrm>
          <a:prstGeom prst="roundRect">
            <a:avLst/>
          </a:prstGeom>
          <a:solidFill>
            <a:srgbClr val="FFC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rs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0" y="5486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C15C"/>
                </a:solidFill>
              </a:defRPr>
            </a:pPr>
            <a:r>
              <a:t>Nuestros Servicios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0F0"/>
                </a:solidFill>
              </a:defRPr>
            </a:pPr>
            <a:r>
              <a:t>• Desarrollo Web Profesional</a:t>
            </a:r>
          </a:p>
          <a:p>
            <a:pPr>
              <a:defRPr sz="1800">
                <a:solidFill>
                  <a:srgbClr val="F0F0F0"/>
                </a:solidFill>
              </a:defRPr>
            </a:pPr>
            <a:r>
              <a:t>• Soporte Técnico y Mantenimiento</a:t>
            </a:r>
          </a:p>
          <a:p>
            <a:pPr>
              <a:defRPr sz="1800">
                <a:solidFill>
                  <a:srgbClr val="F0F0F0"/>
                </a:solidFill>
              </a:defRPr>
            </a:pPr>
            <a:r>
              <a:t>• Marketing Digital</a:t>
            </a:r>
          </a:p>
          <a:p>
            <a:pPr>
              <a:defRPr sz="1800">
                <a:solidFill>
                  <a:srgbClr val="F0F0F0"/>
                </a:solidFill>
              </a:defRPr>
            </a:pPr>
            <a:r>
              <a:t>• Infraestructura y Redes</a:t>
            </a:r>
          </a:p>
          <a:p>
            <a:pPr>
              <a:defRPr sz="1800">
                <a:solidFill>
                  <a:srgbClr val="F0F0F0"/>
                </a:solidFill>
              </a:defRPr>
            </a:pPr>
            <a:r>
              <a:t>• Cámaras de Seguridad CCTV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2286000"/>
            <a:ext cx="1097280" cy="1097280"/>
          </a:xfrm>
          <a:prstGeom prst="roundRect">
            <a:avLst/>
          </a:prstGeom>
          <a:solidFill>
            <a:srgbClr val="FFC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rs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0" y="5486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C15C"/>
                </a:solidFill>
              </a:defRPr>
            </a:pPr>
            <a:r>
              <a:t>Desarrollo Web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0F0"/>
                </a:solidFill>
              </a:defRPr>
            </a:pPr>
            <a:r>
              <a:t>Diseñamos sitios web modernos, responsivos y optimizados para atraer clientes y generar confianza en tu marca.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2286000"/>
            <a:ext cx="1097280" cy="1097280"/>
          </a:xfrm>
          <a:prstGeom prst="roundRect">
            <a:avLst/>
          </a:prstGeom>
          <a:solidFill>
            <a:srgbClr val="FFC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rs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0" y="5486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C15C"/>
                </a:solidFill>
              </a:defRPr>
            </a:pPr>
            <a:r>
              <a:t>Soporte Técnico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0F0"/>
                </a:solidFill>
              </a:defRPr>
            </a:pPr>
            <a:r>
              <a:t>Mantenimiento preventivo y correctivo a equipos de cómputo e impresoras, soporte remoto y atención en sitio.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2286000"/>
            <a:ext cx="1097280" cy="1097280"/>
          </a:xfrm>
          <a:prstGeom prst="roundRect">
            <a:avLst/>
          </a:prstGeom>
          <a:solidFill>
            <a:srgbClr val="FFC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rs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0" y="5486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C15C"/>
                </a:solidFill>
              </a:defRPr>
            </a:pPr>
            <a:r>
              <a:t>Marketing Digital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0F0"/>
                </a:solidFill>
              </a:defRPr>
            </a:pPr>
            <a:r>
              <a:t>Creamos estrategias digitales que aumentan tu visibilidad, atraen clientes y fortalecen tu presencia en internet.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2286000"/>
            <a:ext cx="1097280" cy="1097280"/>
          </a:xfrm>
          <a:prstGeom prst="roundRect">
            <a:avLst/>
          </a:prstGeom>
          <a:solidFill>
            <a:srgbClr val="FFC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rs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0" y="5486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C15C"/>
                </a:solidFill>
              </a:defRPr>
            </a:pPr>
            <a:r>
              <a:t>CCTV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0F0"/>
                </a:solidFill>
              </a:defRPr>
            </a:pPr>
            <a:r>
              <a:t>Instalación profesional de sistemas de videovigilancia con acceso remoto, grabación 24/7 y soporte técnico.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2286000"/>
            <a:ext cx="1097280" cy="1097280"/>
          </a:xfrm>
          <a:prstGeom prst="roundRect">
            <a:avLst/>
          </a:prstGeom>
          <a:solidFill>
            <a:srgbClr val="FFC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rs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0" y="5486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C15C"/>
                </a:solidFill>
              </a:defRPr>
            </a:pPr>
            <a:r>
              <a:t>Nuestro Proceso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0F0"/>
                </a:solidFill>
              </a:defRPr>
            </a:pPr>
            <a:r>
              <a:t>1. Análisis de necesidades</a:t>
            </a:r>
          </a:p>
          <a:p>
            <a:pPr>
              <a:defRPr sz="1800">
                <a:solidFill>
                  <a:srgbClr val="F0F0F0"/>
                </a:solidFill>
              </a:defRPr>
            </a:pPr>
            <a:r>
              <a:t>2. Diseño de solución</a:t>
            </a:r>
          </a:p>
          <a:p>
            <a:pPr>
              <a:defRPr sz="1800">
                <a:solidFill>
                  <a:srgbClr val="F0F0F0"/>
                </a:solidFill>
              </a:defRPr>
            </a:pPr>
            <a:r>
              <a:t>3. Implementación</a:t>
            </a:r>
          </a:p>
          <a:p>
            <a:pPr>
              <a:defRPr sz="1800">
                <a:solidFill>
                  <a:srgbClr val="F0F0F0"/>
                </a:solidFill>
              </a:defRPr>
            </a:pPr>
            <a:r>
              <a:t>4. Soporte y seguimiento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2286000"/>
            <a:ext cx="1097280" cy="1097280"/>
          </a:xfrm>
          <a:prstGeom prst="roundRect">
            <a:avLst/>
          </a:prstGeom>
          <a:solidFill>
            <a:srgbClr val="FFC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rs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0" y="5486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C15C"/>
                </a:solidFill>
              </a:defRPr>
            </a:pPr>
            <a:r>
              <a:t>Por Qué Elegir Her San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0F0"/>
                </a:solidFill>
              </a:defRPr>
            </a:pPr>
            <a:r>
              <a:t>• Atención personalizada</a:t>
            </a:r>
          </a:p>
          <a:p>
            <a:pPr>
              <a:defRPr sz="1800">
                <a:solidFill>
                  <a:srgbClr val="F0F0F0"/>
                </a:solidFill>
              </a:defRPr>
            </a:pPr>
            <a:r>
              <a:t>• Soluciones a la medida</a:t>
            </a:r>
          </a:p>
          <a:p>
            <a:pPr>
              <a:defRPr sz="1800">
                <a:solidFill>
                  <a:srgbClr val="F0F0F0"/>
                </a:solidFill>
              </a:defRPr>
            </a:pPr>
            <a:r>
              <a:t>• Precios claros</a:t>
            </a:r>
          </a:p>
          <a:p>
            <a:pPr>
              <a:defRPr sz="1800">
                <a:solidFill>
                  <a:srgbClr val="F0F0F0"/>
                </a:solidFill>
              </a:defRPr>
            </a:pPr>
            <a:r>
              <a:t>• Un solo proveedor tecnológico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2286000"/>
            <a:ext cx="1097280" cy="1097280"/>
          </a:xfrm>
          <a:prstGeom prst="roundRect">
            <a:avLst/>
          </a:prstGeom>
          <a:solidFill>
            <a:srgbClr val="FFC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rs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0" y="5486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C15C"/>
                </a:solidFill>
              </a:defRPr>
            </a:pPr>
            <a:r>
              <a:t>Contacto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0F0"/>
                </a:solidFill>
              </a:defRPr>
            </a:pPr>
            <a:r>
              <a:t>Her San</a:t>
            </a:r>
          </a:p>
          <a:p>
            <a:pPr>
              <a:defRPr sz="1800">
                <a:solidFill>
                  <a:srgbClr val="F0F0F0"/>
                </a:solidFill>
              </a:defRPr>
            </a:pPr>
            <a:r>
              <a:t>Soluciones que impulsan tu negocio</a:t>
            </a:r>
          </a:p>
          <a:p>
            <a:pPr>
              <a:defRPr sz="1800">
                <a:solidFill>
                  <a:srgbClr val="F0F0F0"/>
                </a:solidFill>
              </a:defRPr>
            </a:pPr>
          </a:p>
          <a:p>
            <a:pPr>
              <a:defRPr sz="1800">
                <a:solidFill>
                  <a:srgbClr val="F0F0F0"/>
                </a:solidFill>
              </a:defRPr>
            </a:pPr>
            <a:r>
              <a:t>Atención personalizada y soporte confiable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2286000"/>
            <a:ext cx="1097280" cy="1097280"/>
          </a:xfrm>
          <a:prstGeom prst="roundRect">
            <a:avLst/>
          </a:prstGeom>
          <a:solidFill>
            <a:srgbClr val="FFC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